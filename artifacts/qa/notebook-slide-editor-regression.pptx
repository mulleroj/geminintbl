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9600" y="4229100"/>
            <a:ext cx="3238500" cy="400050"/>
          </a:xfrm>
          <a:prstGeom prst="rect">
            <a:avLst/>
          </a:prstGeom>
          <a:solidFill>
            <a:srgbClr val="17211C"/>
          </a:solidFill>
          <a:ln w="12700">
            <a:solidFill>
              <a:srgbClr val="17211C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09600" y="4229100"/>
            <a:ext cx="3238500" cy="40005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872" b="1" dirty="0">
                <a:solidFill>
                  <a:srgbClr val="17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Jednoduchý název</a:t>
            </a:r>
            <a:endParaRPr lang="en-US" sz="1872" dirty="0"/>
          </a:p>
        </p:txBody>
      </p:sp>
      <p:sp>
        <p:nvSpPr>
          <p:cNvPr id="5" name="Shape 2"/>
          <p:cNvSpPr/>
          <p:nvPr/>
        </p:nvSpPr>
        <p:spPr>
          <a:xfrm>
            <a:off x="685800" y="3810000"/>
            <a:ext cx="4953000" cy="266700"/>
          </a:xfrm>
          <a:prstGeom prst="rect">
            <a:avLst/>
          </a:prstGeom>
          <a:solidFill>
            <a:srgbClr val="17211C"/>
          </a:solidFill>
          <a:ln w="12700">
            <a:solidFill>
              <a:srgbClr val="17211C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3810000"/>
            <a:ext cx="4953000" cy="2667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12" dirty="0">
                <a:solidFill>
                  <a:srgbClr val="17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Tento krátký odstavec ověří základní tok.</a:t>
            </a:r>
            <a:endParaRPr lang="en-US" sz="111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9600" y="4229100"/>
            <a:ext cx="4000500" cy="400050"/>
          </a:xfrm>
          <a:prstGeom prst="rect">
            <a:avLst/>
          </a:prstGeom>
          <a:solidFill>
            <a:srgbClr val="17211C"/>
          </a:solidFill>
          <a:ln w="12700">
            <a:solidFill>
              <a:srgbClr val="17211C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09600" y="4229100"/>
            <a:ext cx="4000500" cy="40005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872" b="1" dirty="0">
                <a:solidFill>
                  <a:srgbClr val="17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Více textových bloků</a:t>
            </a:r>
            <a:endParaRPr lang="en-US" sz="1872" dirty="0"/>
          </a:p>
        </p:txBody>
      </p:sp>
      <p:sp>
        <p:nvSpPr>
          <p:cNvPr id="5" name="Shape 2"/>
          <p:cNvSpPr/>
          <p:nvPr/>
        </p:nvSpPr>
        <p:spPr>
          <a:xfrm>
            <a:off x="685800" y="3810000"/>
            <a:ext cx="4953000" cy="266700"/>
          </a:xfrm>
          <a:prstGeom prst="rect">
            <a:avLst/>
          </a:prstGeom>
          <a:solidFill>
            <a:srgbClr val="17211C"/>
          </a:solidFill>
          <a:ln w="12700">
            <a:solidFill>
              <a:srgbClr val="17211C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3810000"/>
            <a:ext cx="4953000" cy="2667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12" dirty="0">
                <a:solidFill>
                  <a:srgbClr val="17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První blok obsahuje hlavní myšlenku.</a:t>
            </a:r>
            <a:endParaRPr lang="en-US" sz="1112" dirty="0"/>
          </a:p>
        </p:txBody>
      </p:sp>
      <p:sp>
        <p:nvSpPr>
          <p:cNvPr id="7" name="Shape 4"/>
          <p:cNvSpPr/>
          <p:nvPr/>
        </p:nvSpPr>
        <p:spPr>
          <a:xfrm>
            <a:off x="685800" y="3352800"/>
            <a:ext cx="4953000" cy="266700"/>
          </a:xfrm>
          <a:prstGeom prst="rect">
            <a:avLst/>
          </a:prstGeom>
          <a:solidFill>
            <a:srgbClr val="17211C"/>
          </a:solidFill>
          <a:ln w="12700">
            <a:solidFill>
              <a:srgbClr val="17211C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3352800"/>
            <a:ext cx="4953000" cy="2667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12" dirty="0">
                <a:solidFill>
                  <a:srgbClr val="17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Druhý blok doplňuje příklad.</a:t>
            </a:r>
            <a:endParaRPr lang="en-US" sz="111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9600" y="4229100"/>
            <a:ext cx="3429000" cy="400050"/>
          </a:xfrm>
          <a:prstGeom prst="rect">
            <a:avLst/>
          </a:prstGeom>
          <a:solidFill>
            <a:srgbClr val="17211C"/>
          </a:solidFill>
          <a:ln w="12700">
            <a:solidFill>
              <a:srgbClr val="17211C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09600" y="4229100"/>
            <a:ext cx="3429000" cy="40005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872" b="1" dirty="0">
                <a:solidFill>
                  <a:srgbClr val="17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Česká diakritika</a:t>
            </a:r>
            <a:endParaRPr lang="en-US" sz="1872" dirty="0"/>
          </a:p>
        </p:txBody>
      </p:sp>
      <p:sp>
        <p:nvSpPr>
          <p:cNvPr id="5" name="Shape 2"/>
          <p:cNvSpPr/>
          <p:nvPr/>
        </p:nvSpPr>
        <p:spPr>
          <a:xfrm>
            <a:off x="685800" y="3810000"/>
            <a:ext cx="6191250" cy="266700"/>
          </a:xfrm>
          <a:prstGeom prst="rect">
            <a:avLst/>
          </a:prstGeom>
          <a:solidFill>
            <a:srgbClr val="17211C"/>
          </a:solidFill>
          <a:ln w="12700">
            <a:solidFill>
              <a:srgbClr val="17211C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3810000"/>
            <a:ext cx="6191250" cy="2667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12" dirty="0">
                <a:solidFill>
                  <a:srgbClr val="17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Příliš žluťoučký kůň úpěl ďábelské ódy.</a:t>
            </a:r>
            <a:endParaRPr lang="en-US" sz="111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9600" y="4229100"/>
            <a:ext cx="2857500" cy="400050"/>
          </a:xfrm>
          <a:prstGeom prst="rect">
            <a:avLst/>
          </a:prstGeom>
          <a:solidFill>
            <a:srgbClr val="17211C"/>
          </a:solidFill>
          <a:ln w="12700">
            <a:solidFill>
              <a:srgbClr val="17211C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09600" y="4229100"/>
            <a:ext cx="2857500" cy="40005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872" b="1" dirty="0">
                <a:solidFill>
                  <a:srgbClr val="17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slide</a:t>
            </a:r>
            <a:endParaRPr lang="en-US" sz="1872" dirty="0"/>
          </a:p>
        </p:txBody>
      </p:sp>
      <p:sp>
        <p:nvSpPr>
          <p:cNvPr id="5" name="Shape 2"/>
          <p:cNvSpPr/>
          <p:nvPr/>
        </p:nvSpPr>
        <p:spPr>
          <a:xfrm>
            <a:off x="685800" y="3810000"/>
            <a:ext cx="5334000" cy="266700"/>
          </a:xfrm>
          <a:prstGeom prst="rect">
            <a:avLst/>
          </a:prstGeom>
          <a:solidFill>
            <a:srgbClr val="17211C"/>
          </a:solidFill>
          <a:ln w="12700">
            <a:solidFill>
              <a:srgbClr val="17211C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3810000"/>
            <a:ext cx="5334000" cy="2667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12" i="1" dirty="0">
                <a:solidFill>
                  <a:srgbClr val="17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Editable text should remain readable.</a:t>
            </a:r>
            <a:endParaRPr lang="en-US" sz="111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9600" y="4229100"/>
            <a:ext cx="3238500" cy="400050"/>
          </a:xfrm>
          <a:prstGeom prst="rect">
            <a:avLst/>
          </a:prstGeom>
          <a:solidFill>
            <a:srgbClr val="17211C"/>
          </a:solidFill>
          <a:ln w="12700">
            <a:solidFill>
              <a:srgbClr val="17211C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09600" y="4229100"/>
            <a:ext cx="3238500" cy="40005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872" b="1" dirty="0">
                <a:solidFill>
                  <a:srgbClr val="17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Čísla a štítky</a:t>
            </a:r>
            <a:endParaRPr lang="en-US" sz="1872" dirty="0"/>
          </a:p>
        </p:txBody>
      </p:sp>
      <p:sp>
        <p:nvSpPr>
          <p:cNvPr id="5" name="Shape 2"/>
          <p:cNvSpPr/>
          <p:nvPr/>
        </p:nvSpPr>
        <p:spPr>
          <a:xfrm>
            <a:off x="685800" y="3810000"/>
            <a:ext cx="5715000" cy="266700"/>
          </a:xfrm>
          <a:prstGeom prst="rect">
            <a:avLst/>
          </a:prstGeom>
          <a:solidFill>
            <a:srgbClr val="17211C"/>
          </a:solidFill>
          <a:ln w="12700">
            <a:solidFill>
              <a:srgbClr val="17211C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3810000"/>
            <a:ext cx="5715000" cy="2667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12" dirty="0">
                <a:solidFill>
                  <a:srgbClr val="17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75 % · 16. 8. 2026 · Třída 4.A</a:t>
            </a:r>
            <a:endParaRPr lang="en-US" sz="1112" dirty="0"/>
          </a:p>
        </p:txBody>
      </p:sp>
      <p:sp>
        <p:nvSpPr>
          <p:cNvPr id="7" name="Shape 4"/>
          <p:cNvSpPr/>
          <p:nvPr/>
        </p:nvSpPr>
        <p:spPr>
          <a:xfrm>
            <a:off x="685800" y="3352800"/>
            <a:ext cx="5715000" cy="266700"/>
          </a:xfrm>
          <a:prstGeom prst="rect">
            <a:avLst/>
          </a:prstGeom>
          <a:solidFill>
            <a:srgbClr val="17211C"/>
          </a:solidFill>
          <a:ln w="12700">
            <a:solidFill>
              <a:srgbClr val="17211C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3352800"/>
            <a:ext cx="5715000" cy="2667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12" dirty="0">
                <a:solidFill>
                  <a:srgbClr val="17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Skóre: 98,5 · verze 2.04 · #42</a:t>
            </a:r>
            <a:endParaRPr lang="en-US" sz="111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9600" y="4229100"/>
            <a:ext cx="5905500" cy="400050"/>
          </a:xfrm>
          <a:prstGeom prst="rect">
            <a:avLst/>
          </a:prstGeom>
          <a:solidFill>
            <a:srgbClr val="18231F"/>
          </a:solidFill>
          <a:ln w="12700">
            <a:solidFill>
              <a:srgbClr val="18231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09600" y="4229100"/>
            <a:ext cx="5905500" cy="40005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87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Světlý text na tmavém pozadí</a:t>
            </a:r>
            <a:endParaRPr lang="en-US" sz="1872" dirty="0"/>
          </a:p>
        </p:txBody>
      </p:sp>
      <p:sp>
        <p:nvSpPr>
          <p:cNvPr id="5" name="Shape 2"/>
          <p:cNvSpPr/>
          <p:nvPr/>
        </p:nvSpPr>
        <p:spPr>
          <a:xfrm>
            <a:off x="685800" y="3810000"/>
            <a:ext cx="4000500" cy="266700"/>
          </a:xfrm>
          <a:prstGeom prst="rect">
            <a:avLst/>
          </a:prstGeom>
          <a:solidFill>
            <a:srgbClr val="18231F"/>
          </a:solidFill>
          <a:ln w="12700">
            <a:solidFill>
              <a:srgbClr val="18231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3810000"/>
            <a:ext cx="4000500" cy="2667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1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Kontrastní blok 42</a:t>
            </a:r>
            <a:endParaRPr lang="en-US" sz="111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9600" y="4229100"/>
            <a:ext cx="5334000" cy="400050"/>
          </a:xfrm>
          <a:prstGeom prst="rect">
            <a:avLst/>
          </a:prstGeom>
          <a:solidFill>
            <a:srgbClr val="17211C"/>
          </a:solidFill>
          <a:ln w="12700">
            <a:solidFill>
              <a:srgbClr val="17211C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09600" y="4229100"/>
            <a:ext cx="5334000" cy="40005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872" b="1" dirty="0">
                <a:solidFill>
                  <a:srgbClr val="17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přes barevný gradient</a:t>
            </a:r>
            <a:endParaRPr lang="en-US" sz="1872" dirty="0"/>
          </a:p>
        </p:txBody>
      </p:sp>
      <p:sp>
        <p:nvSpPr>
          <p:cNvPr id="5" name="Shape 2"/>
          <p:cNvSpPr/>
          <p:nvPr/>
        </p:nvSpPr>
        <p:spPr>
          <a:xfrm>
            <a:off x="685800" y="3810000"/>
            <a:ext cx="6191250" cy="266700"/>
          </a:xfrm>
          <a:prstGeom prst="rect">
            <a:avLst/>
          </a:prstGeom>
          <a:solidFill>
            <a:srgbClr val="17211C"/>
          </a:solidFill>
          <a:ln w="12700">
            <a:solidFill>
              <a:srgbClr val="17211C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3810000"/>
            <a:ext cx="6191250" cy="2667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12" dirty="0">
                <a:solidFill>
                  <a:srgbClr val="17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Přechodové pozadí z modré do oranžové.</a:t>
            </a:r>
            <a:endParaRPr lang="en-US" sz="111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9600" y="4229100"/>
            <a:ext cx="4000500" cy="400050"/>
          </a:xfrm>
          <a:prstGeom prst="rect">
            <a:avLst/>
          </a:prstGeom>
          <a:solidFill>
            <a:srgbClr val="251B3E"/>
          </a:solidFill>
          <a:ln w="12700">
            <a:solidFill>
              <a:srgbClr val="251B3E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09600" y="4229100"/>
            <a:ext cx="4000500" cy="40005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87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Komplexní ilustrace</a:t>
            </a:r>
            <a:endParaRPr lang="en-US" sz="1872" dirty="0"/>
          </a:p>
        </p:txBody>
      </p:sp>
      <p:sp>
        <p:nvSpPr>
          <p:cNvPr id="5" name="Shape 2"/>
          <p:cNvSpPr/>
          <p:nvPr/>
        </p:nvSpPr>
        <p:spPr>
          <a:xfrm>
            <a:off x="685800" y="3810000"/>
            <a:ext cx="4000500" cy="266700"/>
          </a:xfrm>
          <a:prstGeom prst="rect">
            <a:avLst/>
          </a:prstGeom>
          <a:solidFill>
            <a:srgbClr val="251B3E"/>
          </a:solidFill>
          <a:ln w="12700">
            <a:solidFill>
              <a:srgbClr val="251B3E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3810000"/>
            <a:ext cx="4000500" cy="2667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1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Tři vrstvy a 12 prvků</a:t>
            </a:r>
            <a:endParaRPr lang="en-US" sz="111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Notebook Hub CZ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notebook-slide-editor-regression</dc:title>
  <dc:subject>Upravitelná prezentace z osmislidového regression decku</dc:subject>
  <dc:creator>Notebook Hub CZ</dc:creator>
  <cp:lastModifiedBy>Notebook Hub CZ</cp:lastModifiedBy>
  <cp:revision>1</cp:revision>
  <dcterms:created xsi:type="dcterms:W3CDTF">2026-08-16T18:50:35Z</dcterms:created>
  <dcterms:modified xsi:type="dcterms:W3CDTF">2026-08-16T18:50:35Z</dcterms:modified>
</cp:coreProperties>
</file>