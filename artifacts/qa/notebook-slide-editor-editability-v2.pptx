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Jednoduchý název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Tento krátký odstavec ověří základní tok.</a:t>
            </a:r>
            <a:endParaRPr lang="en-US" sz="111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Více textových bloků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4953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První blok obsahuje hlavní myšlenku.</a:t>
            </a:r>
            <a:endParaRPr lang="en-US" sz="1112" dirty="0"/>
          </a:p>
        </p:txBody>
      </p:sp>
      <p:sp>
        <p:nvSpPr>
          <p:cNvPr id="6" name="Shape 4"/>
          <p:cNvSpPr/>
          <p:nvPr/>
        </p:nvSpPr>
        <p:spPr>
          <a:xfrm>
            <a:off x="685800" y="3352800"/>
            <a:ext cx="4953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52800"/>
            <a:ext cx="4953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Druhý blok doplňuje příklad.</a:t>
            </a:r>
            <a:endParaRPr lang="en-US" sz="111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34290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34290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Česká diakritika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Příliš žluťoučký kůň úpěl ďábelské ódy.</a:t>
            </a:r>
            <a:endParaRPr lang="en-US" sz="111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2857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2857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slide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5334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5334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i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Editable text should remain readable.</a:t>
            </a:r>
            <a:endParaRPr lang="en-US" sz="111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3238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Čísla a štítky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5715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5715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75 % · 16. 8. 2026 · Třída 4.A</a:t>
            </a:r>
            <a:endParaRPr lang="en-US" sz="1112" dirty="0"/>
          </a:p>
        </p:txBody>
      </p:sp>
      <p:sp>
        <p:nvSpPr>
          <p:cNvPr id="6" name="Shape 4"/>
          <p:cNvSpPr/>
          <p:nvPr/>
        </p:nvSpPr>
        <p:spPr>
          <a:xfrm>
            <a:off x="685800" y="3352800"/>
            <a:ext cx="571500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3352800"/>
            <a:ext cx="57150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Skóre: 98,5 · verze 2.04 · #42</a:t>
            </a:r>
            <a:endParaRPr lang="en-US" sz="111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5905500" cy="400050"/>
          </a:xfrm>
          <a:prstGeom prst="rect">
            <a:avLst/>
          </a:prstGeom>
          <a:solidFill>
            <a:srgbClr val="18231F"/>
          </a:solidFill>
          <a:ln w="12700">
            <a:solidFill>
              <a:srgbClr val="18231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5905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Světlý text na tmavém pozadí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solidFill>
            <a:srgbClr val="18231F"/>
          </a:solidFill>
          <a:ln w="12700">
            <a:solidFill>
              <a:srgbClr val="18231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Kontrastní blok 42</a:t>
            </a:r>
            <a:endParaRPr lang="en-US" sz="111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5334000" cy="40005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53340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přes barevný gradient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solidFill>
            <a:srgbClr val="17211C"/>
          </a:solidFill>
          <a:ln w="12700">
            <a:solidFill>
              <a:srgbClr val="17211C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619125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1721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Přechodové pozadí z modré do oranžové.</a:t>
            </a:r>
            <a:endParaRPr lang="en-US" sz="111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solidFill>
            <a:srgbClr val="251B3E"/>
          </a:solidFill>
          <a:ln w="12700">
            <a:solidFill>
              <a:srgbClr val="251B3E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229100"/>
            <a:ext cx="4000500" cy="40005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Komplexní ilustrace</a:t>
            </a:r>
            <a:endParaRPr lang="en-US" sz="1872" dirty="0"/>
          </a:p>
        </p:txBody>
      </p:sp>
      <p:sp>
        <p:nvSpPr>
          <p:cNvPr id="4" name="Shape 2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solidFill>
            <a:srgbClr val="251B3E"/>
          </a:solidFill>
          <a:ln w="12700">
            <a:solidFill>
              <a:srgbClr val="251B3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3810000"/>
            <a:ext cx="4000500" cy="2667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12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Tři vrstvy a 12 prvků</a:t>
            </a:r>
            <a:endParaRPr lang="en-US" sz="111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Notebook Hub CZ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notebook-slide-editor-regression</dc:title>
  <dc:subject>Upravitelná prezentace z osmislidového regression decku</dc:subject>
  <dc:creator>Notebook Hub CZ</dc:creator>
  <cp:lastModifiedBy>Notebook Hub CZ</cp:lastModifiedBy>
  <cp:revision>1</cp:revision>
  <dcterms:created xsi:type="dcterms:W3CDTF">2026-08-16T19:16:05Z</dcterms:created>
  <dcterms:modified xsi:type="dcterms:W3CDTF">2026-08-16T19:16:05Z</dcterms:modified>
</cp:coreProperties>
</file>